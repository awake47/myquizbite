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8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67EEA"/>
                </a:solidFill>
              </a:defRPr>
            </a:pPr>
            <a:r>
              <a:t>🎮 QuizByte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64BA2"/>
                </a:solidFill>
              </a:defRPr>
            </a:pPr>
            <a:r>
              <a:t>Персональный тренажёр для IT-собеседований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Android-приложение для подготовки к IT-собеседованиям</a:t>
            </a:r>
          </a:p>
          <a:p>
            <a:r>
              <a:t>с игровыми элементами и режимом соревнований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✨ Ключевые особенности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17+ вопросов по Python (от базовых до продвинутых)</a:t>
            </a:r>
          </a:p>
          <a:p>
            <a:pPr>
              <a:spcAft>
                <a:spcPts val="800"/>
              </a:spcAft>
              <a:defRPr sz="1800"/>
            </a:pPr>
            <a:r>
              <a:t>⚔️ PvP режим 1 на 1 - соревнуйтесь с друзьями</a:t>
            </a:r>
          </a:p>
          <a:p>
            <a:pPr>
              <a:spcAft>
                <a:spcPts val="800"/>
              </a:spcAft>
              <a:defRPr sz="1800"/>
            </a:pPr>
            <a:r>
              <a:t>📚 Интерактивное обучение - мгновенная обратная связь</a:t>
            </a:r>
          </a:p>
          <a:p>
            <a:pPr>
              <a:spcAft>
                <a:spcPts val="800"/>
              </a:spcAft>
              <a:defRPr sz="1800"/>
            </a:pPr>
            <a:r>
              <a:t>🏆 Система уровней - получайте XP и повышайте уровень</a:t>
            </a:r>
          </a:p>
          <a:p>
            <a:pPr>
              <a:spcAft>
                <a:spcPts val="800"/>
              </a:spcAft>
              <a:defRPr sz="1800"/>
            </a:pPr>
            <a:r>
              <a:t>🎖️ Достижения и бейджи - разблокируйте награды</a:t>
            </a:r>
          </a:p>
          <a:p>
            <a:pPr>
              <a:spcAft>
                <a:spcPts val="800"/>
              </a:spcAft>
              <a:defRPr sz="1800"/>
            </a:pPr>
            <a:r>
              <a:t>🌓 Тёмная/светлая тема - красивые темы с переходами</a:t>
            </a:r>
          </a:p>
          <a:p>
            <a:pPr>
              <a:spcAft>
                <a:spcPts val="800"/>
              </a:spcAft>
              <a:defRPr sz="1800"/>
            </a:pPr>
            <a:r>
              <a:t>🔐 Firebase аутентификация - безопасный вход</a:t>
            </a:r>
          </a:p>
          <a:p>
            <a:pPr>
              <a:spcAft>
                <a:spcPts val="800"/>
              </a:spcAft>
              <a:defRPr sz="1800"/>
            </a:pPr>
            <a:r>
              <a:t>✨ Современный UI - красивые анимации</a:t>
            </a:r>
          </a:p>
          <a:p>
            <a:pPr>
              <a:spcAft>
                <a:spcPts val="800"/>
              </a:spcAft>
              <a:defRPr sz="1800"/>
            </a:pPr>
            <a:r>
              <a:t>📊 Детальная статистика - отслеживайте прогресс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🛠️ Технологический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Основные технологии:</a:t>
            </a:r>
          </a:p>
          <a:p>
            <a:pPr lvl="1">
              <a:spcAft>
                <a:spcPts val="1000"/>
              </a:spcAft>
              <a:defRPr sz="2000"/>
            </a:pPr>
            <a:r>
              <a:t>Kotlin - язык программирования</a:t>
            </a:r>
          </a:p>
          <a:p>
            <a:pPr lvl="1">
              <a:spcAft>
                <a:spcPts val="1000"/>
              </a:spcAft>
              <a:defRPr sz="2000"/>
            </a:pPr>
            <a:r>
              <a:t>Jetpack Compose - современный UI toolkit</a:t>
            </a:r>
          </a:p>
          <a:p>
            <a:pPr lvl="1">
              <a:spcAft>
                <a:spcPts val="1000"/>
              </a:spcAft>
              <a:defRPr sz="2000"/>
            </a:pPr>
            <a:r>
              <a:t>Firebase Authentication - аутентификация</a:t>
            </a:r>
          </a:p>
          <a:p>
            <a:pPr lvl="1">
              <a:spcAft>
                <a:spcPts val="1000"/>
              </a:spcAft>
              <a:defRPr sz="2000"/>
            </a:pPr>
            <a:r>
              <a:t>Material Design 3 - дизайн-система</a:t>
            </a:r>
          </a:p>
          <a:p>
            <a:pPr lvl="1">
              <a:spcAft>
                <a:spcPts val="1000"/>
              </a:spcAft>
              <a:defRPr sz="2000"/>
            </a:pPr>
            <a:r>
              <a:t>Kotlin Coroutines - асинхронность</a:t>
            </a:r>
          </a:p>
          <a:p>
            <a:pPr lvl="1">
              <a:spcAft>
                <a:spcPts val="1000"/>
              </a:spcAft>
              <a:defRPr sz="2000"/>
            </a:pPr>
            <a:r>
              <a:t>Gradle - система сборки</a:t>
            </a:r>
          </a:p>
          <a:p>
            <a:pPr>
              <a:spcAft>
                <a:spcPts val="1000"/>
              </a:spcAft>
              <a:defRPr sz="2200" b="1"/>
            </a:pPr>
            <a:r>
              <a:t>Архитектура:</a:t>
            </a:r>
          </a:p>
          <a:p>
            <a:pPr lvl="1">
              <a:spcAft>
                <a:spcPts val="800"/>
              </a:spcAft>
              <a:defRPr sz="1800"/>
            </a:pPr>
            <a:r>
              <a:t>MVVM-ready структура</a:t>
            </a:r>
          </a:p>
          <a:p>
            <a:pPr lvl="1">
              <a:spcAft>
                <a:spcPts val="800"/>
              </a:spcAft>
              <a:defRPr sz="1800"/>
            </a:pPr>
            <a:r>
              <a:t>Минимальная версия Android: 7.0 (API 24)</a:t>
            </a:r>
          </a:p>
          <a:p>
            <a:pPr lvl="1">
              <a:spcAft>
                <a:spcPts val="800"/>
              </a:spcAft>
              <a:defRPr sz="1800"/>
            </a:pPr>
            <a:r>
              <a:t>Современный UI с анимациями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📊 Статистика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Основные показатели:</a:t>
            </a:r>
          </a:p>
          <a:p>
            <a:pPr lvl="1">
              <a:spcAft>
                <a:spcPts val="1000"/>
              </a:spcAft>
              <a:defRPr sz="2000"/>
            </a:pPr>
            <a:r>
              <a:t>17+ вопросов по Python</a:t>
            </a:r>
          </a:p>
          <a:p>
            <a:pPr lvl="1">
              <a:spcAft>
                <a:spcPts val="1000"/>
              </a:spcAft>
              <a:defRPr sz="2000"/>
            </a:pPr>
            <a:r>
              <a:t>4 режима квиза</a:t>
            </a:r>
          </a:p>
          <a:p>
            <a:pPr lvl="1">
              <a:spcAft>
                <a:spcPts val="1000"/>
              </a:spcAft>
              <a:defRPr sz="2000"/>
            </a:pPr>
            <a:r>
              <a:t>7 основных экранов приложения</a:t>
            </a:r>
          </a:p>
          <a:p>
            <a:pPr lvl="1">
              <a:spcAft>
                <a:spcPts val="1000"/>
              </a:spcAft>
              <a:defRPr sz="2000"/>
            </a:pPr>
            <a:r>
              <a:t>3 уровня сложности (Easy, Medium, Hard)</a:t>
            </a:r>
          </a:p>
          <a:p>
            <a:pPr>
              <a:spcAft>
                <a:spcPts val="1000"/>
              </a:spcAft>
              <a:defRPr sz="2200" b="1"/>
            </a:pPr>
            <a:r>
              <a:t>База вопросов:</a:t>
            </a:r>
          </a:p>
          <a:p>
            <a:pPr lvl="1">
              <a:spcAft>
                <a:spcPts val="800"/>
              </a:spcAft>
              <a:defRPr sz="1800"/>
            </a:pPr>
            <a:r>
              <a:t>Easy (6 вопросов): базовый синтаксис, типы данных</a:t>
            </a:r>
          </a:p>
          <a:p>
            <a:pPr lvl="1">
              <a:spcAft>
                <a:spcPts val="800"/>
              </a:spcAft>
              <a:defRPr sz="1800"/>
            </a:pPr>
            <a:r>
              <a:t>Medium (7 вопросов): списковые включения, lambda, декораторы</a:t>
            </a:r>
          </a:p>
          <a:p>
            <a:pPr lvl="1">
              <a:spcAft>
                <a:spcPts val="800"/>
              </a:spcAft>
              <a:defRPr sz="1800"/>
            </a:pPr>
            <a:r>
              <a:t>Hard (4 вопроса): генераторы, замыкания, метаклассы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🎮 Режимы игры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 sz="2200" b="1"/>
            </a:pPr>
            <a:r>
              <a:t>🚀 Быстрый матч (Python)</a:t>
            </a:r>
          </a:p>
          <a:p>
            <a:pPr lvl="1">
              <a:spcAft>
                <a:spcPts val="600"/>
              </a:spcAft>
              <a:defRPr sz="1800"/>
            </a:pPr>
            <a:r>
              <a:t>Смешанные вопросы по синтаксису и базовым концептам</a:t>
            </a:r>
          </a:p>
          <a:p>
            <a:pPr lvl="1">
              <a:spcAft>
                <a:spcPts val="600"/>
              </a:spcAft>
              <a:defRPr sz="1800"/>
            </a:pPr>
            <a:r>
              <a:t>17 вопросов разной сложности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600"/>
              </a:spcAft>
              <a:defRPr sz="2200" b="1"/>
            </a:pPr>
            <a:r>
              <a:t>📚 Python база</a:t>
            </a:r>
          </a:p>
          <a:p>
            <a:pPr lvl="1">
              <a:spcAft>
                <a:spcPts val="600"/>
              </a:spcAft>
              <a:defRPr sz="1800"/>
            </a:pPr>
            <a:r>
              <a:t>Типы данных, списки, функции, циклы</a:t>
            </a:r>
          </a:p>
          <a:p>
            <a:pPr lvl="1">
              <a:spcAft>
                <a:spcPts val="600"/>
              </a:spcAft>
              <a:defRPr sz="1800"/>
            </a:pPr>
            <a:r>
              <a:t>Вопросы уровня Easy и Medium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600"/>
              </a:spcAft>
              <a:defRPr sz="2200" b="1"/>
            </a:pPr>
            <a:r>
              <a:t>💎 Python продвинутый</a:t>
            </a:r>
          </a:p>
          <a:p>
            <a:pPr lvl="1">
              <a:spcAft>
                <a:spcPts val="600"/>
              </a:spcAft>
              <a:defRPr sz="1800"/>
            </a:pPr>
            <a:r>
              <a:t>Генераторы, изменяемые аргументы, нюансы языка</a:t>
            </a:r>
          </a:p>
          <a:p>
            <a:pPr lvl="1">
              <a:spcAft>
                <a:spcPts val="600"/>
              </a:spcAft>
              <a:defRPr sz="1800"/>
            </a:pPr>
            <a:r>
              <a:t>Открывается с уровня 2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600"/>
              </a:spcAft>
              <a:defRPr sz="2200" b="1"/>
            </a:pPr>
            <a:r>
              <a:t>⚔️ PvP Дуэль</a:t>
            </a:r>
          </a:p>
          <a:p>
            <a:pPr lvl="1">
              <a:spcAft>
                <a:spcPts val="600"/>
              </a:spcAft>
              <a:defRPr sz="1800"/>
            </a:pPr>
            <a:r>
              <a:t>Соревновательный режим 1 на 1</a:t>
            </a:r>
          </a:p>
          <a:p>
            <a:pPr lvl="1">
              <a:spcAft>
                <a:spcPts val="600"/>
              </a:spcAft>
              <a:defRPr sz="1800"/>
            </a:pPr>
            <a:r>
              <a:t>10 случайных вопросов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🏆 Система прогресса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200" b="1"/>
            </a:pPr>
            <a:r>
              <a:t>Уровни:</a:t>
            </a:r>
          </a:p>
          <a:p>
            <a:pPr>
              <a:spcAft>
                <a:spcPts val="600"/>
              </a:spcAft>
              <a:defRPr sz="1800"/>
            </a:pPr>
            <a:r>
              <a:t>🌱 Новичок (уровень 1-2)</a:t>
            </a:r>
          </a:p>
          <a:p>
            <a:pPr>
              <a:spcAft>
                <a:spcPts val="600"/>
              </a:spcAft>
              <a:defRPr sz="1800"/>
            </a:pPr>
            <a:r>
              <a:t>💎 Профи (уровень 3-4)</a:t>
            </a:r>
          </a:p>
          <a:p>
            <a:pPr>
              <a:spcAft>
                <a:spcPts val="600"/>
              </a:spcAft>
              <a:defRPr sz="1800"/>
            </a:pPr>
            <a:r>
              <a:t>⭐ Эксперт (уровень 5-9)</a:t>
            </a:r>
          </a:p>
          <a:p>
            <a:pPr>
              <a:spcAft>
                <a:spcPts val="600"/>
              </a:spcAft>
              <a:defRPr sz="1800"/>
            </a:pPr>
            <a:r>
              <a:t>🏆 Мастер (уровень 10+)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600"/>
              </a:spcAft>
              <a:defRPr sz="2200" b="1"/>
            </a:pPr>
            <a:r>
              <a:t>Начисление опыта:</a:t>
            </a:r>
          </a:p>
          <a:p>
            <a:pPr lvl="1">
              <a:spcAft>
                <a:spcPts val="600"/>
              </a:spcAft>
              <a:defRPr sz="1800"/>
            </a:pPr>
            <a:r>
              <a:t>• +20 XP за каждый правильный ответ</a:t>
            </a:r>
          </a:p>
          <a:p>
            <a:pPr lvl="1">
              <a:spcAft>
                <a:spcPts val="600"/>
              </a:spcAft>
              <a:defRPr sz="1800"/>
            </a:pPr>
            <a:r>
              <a:t>• 100 XP требуется для повышения уровня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600"/>
              </a:spcAft>
              <a:defRPr sz="2200" b="1"/>
            </a:pPr>
            <a:r>
              <a:t>Достижения:</a:t>
            </a:r>
          </a:p>
          <a:p>
            <a:pPr>
              <a:spcAft>
                <a:spcPts val="600"/>
              </a:spcAft>
              <a:defRPr sz="1800"/>
            </a:pPr>
            <a:r>
              <a:t>🎯 Идеальный результат! (100%)</a:t>
            </a:r>
          </a:p>
          <a:p>
            <a:pPr>
              <a:spcAft>
                <a:spcPts val="600"/>
              </a:spcAft>
              <a:defRPr sz="1800"/>
            </a:pPr>
            <a:r>
              <a:t>🐍 Мастер Python! (90%+)</a:t>
            </a:r>
          </a:p>
          <a:p>
            <a:pPr>
              <a:spcAft>
                <a:spcPts val="600"/>
              </a:spcAft>
              <a:defRPr sz="1800"/>
            </a:pPr>
            <a:r>
              <a:t>💻 Опытный разработчик! (70%+)</a:t>
            </a:r>
          </a:p>
          <a:p>
            <a:pPr>
              <a:spcAft>
                <a:spcPts val="600"/>
              </a:spcAft>
              <a:defRPr sz="1800"/>
            </a:pPr>
            <a:r>
              <a:t>📚 Начинающий профи! (50%+)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🎨 Дизайн и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Особенности:</a:t>
            </a:r>
          </a:p>
          <a:p>
            <a:pPr>
              <a:spcAft>
                <a:spcPts val="600"/>
              </a:spcAft>
              <a:defRPr sz="1800"/>
            </a:pPr>
            <a:r>
              <a:t>🌓 Темы: Тёмная и светлая тема с плавными переходами</a:t>
            </a:r>
          </a:p>
          <a:p>
            <a:pPr>
              <a:spcAft>
                <a:spcPts val="600"/>
              </a:spcAft>
              <a:defRPr sz="1800"/>
            </a:pPr>
            <a:r>
              <a:t>✨ Анимации: Плавные переходы и визуальная обратная связь</a:t>
            </a:r>
          </a:p>
          <a:p>
            <a:pPr>
              <a:spcAft>
                <a:spcPts val="600"/>
              </a:spcAft>
              <a:defRPr sz="1800"/>
            </a:pPr>
            <a:r>
              <a:t>📱 Material Design 3: Современный дизайн с градиентами</a:t>
            </a:r>
          </a:p>
          <a:p>
            <a:pPr>
              <a:spcAft>
                <a:spcPts val="600"/>
              </a:spcAft>
              <a:defRPr sz="1800"/>
            </a:pPr>
            <a:r>
              <a:t>🎯 Интерактивность: Мгновенная обратная связь на действия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2000" b="1"/>
            </a:pPr>
            <a:r>
              <a:t>Цветовая схема: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2000" b="1"/>
            </a:pPr>
            <a:r>
              <a:t>Тёмная тема:</a:t>
            </a:r>
          </a:p>
          <a:p>
            <a:pPr lvl="1">
              <a:spcAft>
                <a:spcPts val="600"/>
              </a:spcAft>
              <a:defRPr sz="1600"/>
            </a:pPr>
            <a:r>
              <a:t>• Фон: градиент от #020617 до #111827</a:t>
            </a:r>
          </a:p>
          <a:p>
            <a:pPr lvl="1">
              <a:spcAft>
                <a:spcPts val="600"/>
              </a:spcAft>
              <a:defRPr sz="1600"/>
            </a:pPr>
            <a:r>
              <a:t>• Акценты: #38BDF8 (primary), #A855F7 (secondary)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2000" b="1"/>
            </a:pPr>
            <a:r>
              <a:t>Светлая тема:</a:t>
            </a:r>
          </a:p>
          <a:p>
            <a:pPr lvl="1">
              <a:spcAft>
                <a:spcPts val="600"/>
              </a:spcAft>
              <a:defRPr sz="1600"/>
            </a:pPr>
            <a:r>
              <a:t>• Фон: градиент от #F0F9FF до #E0F2FE</a:t>
            </a:r>
          </a:p>
          <a:p>
            <a:pPr lvl="1">
              <a:spcAft>
                <a:spcPts val="600"/>
              </a:spcAft>
              <a:defRPr sz="1600"/>
            </a:pPr>
            <a:r>
              <a:t>• Акценты: #2563EB (primary), #7C3AED (secondary)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🏗️ Архитектура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 b="1"/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800"/>
            </a:pPr>
            <a:r>
              <a:rPr dirty="0" err="1"/>
              <a:t>MainActivity.kt</a:t>
            </a:r>
            <a:r>
              <a:rPr dirty="0"/>
              <a:t> - </a:t>
            </a: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и </a:t>
            </a:r>
            <a:r>
              <a:rPr dirty="0" err="1"/>
              <a:t>навигация</a:t>
            </a: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 err="1"/>
              <a:t>QuizModels.kt</a:t>
            </a:r>
            <a:r>
              <a:rPr dirty="0"/>
              <a:t> -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вопросы</a:t>
            </a: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 err="1"/>
              <a:t>QuizTheme.kt</a:t>
            </a:r>
            <a:r>
              <a:rPr dirty="0"/>
              <a:t> - </a:t>
            </a:r>
            <a:r>
              <a:rPr dirty="0" err="1"/>
              <a:t>Конфигурация</a:t>
            </a:r>
            <a:r>
              <a:rPr dirty="0"/>
              <a:t> </a:t>
            </a:r>
            <a:r>
              <a:rPr dirty="0" err="1"/>
              <a:t>темы</a:t>
            </a: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 err="1"/>
              <a:t>AuthScreens.kt</a:t>
            </a:r>
            <a:r>
              <a:rPr dirty="0"/>
              <a:t> - </a:t>
            </a:r>
            <a:r>
              <a:rPr dirty="0" err="1"/>
              <a:t>Онбординг</a:t>
            </a:r>
            <a:r>
              <a:rPr dirty="0"/>
              <a:t> и </a:t>
            </a:r>
            <a:r>
              <a:rPr dirty="0" err="1"/>
              <a:t>аутентификация</a:t>
            </a: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 err="1"/>
              <a:t>MainMenuScreen.kt</a:t>
            </a:r>
            <a:r>
              <a:rPr dirty="0"/>
              <a:t> - </a:t>
            </a:r>
            <a:r>
              <a:rPr dirty="0" err="1"/>
              <a:t>Главное</a:t>
            </a:r>
            <a:r>
              <a:rPr dirty="0"/>
              <a:t> </a:t>
            </a:r>
            <a:r>
              <a:rPr dirty="0" err="1"/>
              <a:t>меню</a:t>
            </a: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 err="1"/>
              <a:t>HomeScreen.kt</a:t>
            </a:r>
            <a:r>
              <a:rPr dirty="0"/>
              <a:t> -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экран</a:t>
            </a: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 err="1"/>
              <a:t>QuizScreens.kt</a:t>
            </a:r>
            <a:r>
              <a:rPr dirty="0"/>
              <a:t> - </a:t>
            </a:r>
            <a:r>
              <a:rPr dirty="0" err="1"/>
              <a:t>Экраны</a:t>
            </a:r>
            <a:r>
              <a:rPr dirty="0"/>
              <a:t> </a:t>
            </a:r>
            <a:r>
              <a:rPr dirty="0" err="1"/>
              <a:t>квиза</a:t>
            </a:r>
            <a:r>
              <a:rPr dirty="0"/>
              <a:t> и </a:t>
            </a:r>
            <a:r>
              <a:rPr dirty="0" err="1"/>
              <a:t>PvP</a:t>
            </a:r>
            <a:endParaRPr dirty="0"/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2000" b="1"/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:</a:t>
            </a:r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Screen - sealed class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навигации</a:t>
            </a:r>
            <a:endParaRPr dirty="0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</a:t>
            </a:r>
            <a:r>
              <a:rPr dirty="0" err="1"/>
              <a:t>QuizMode</a:t>
            </a:r>
            <a:r>
              <a:rPr dirty="0"/>
              <a:t> - </a:t>
            </a:r>
            <a:r>
              <a:rPr dirty="0" err="1"/>
              <a:t>enum</a:t>
            </a:r>
            <a:r>
              <a:rPr dirty="0"/>
              <a:t> </a:t>
            </a:r>
            <a:r>
              <a:rPr dirty="0" err="1"/>
              <a:t>режимов</a:t>
            </a:r>
            <a:r>
              <a:rPr dirty="0"/>
              <a:t> </a:t>
            </a:r>
            <a:r>
              <a:rPr dirty="0" err="1"/>
              <a:t>квиза</a:t>
            </a:r>
            <a:endParaRPr dirty="0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</a:t>
            </a:r>
            <a:r>
              <a:rPr dirty="0" err="1"/>
              <a:t>QuestionData</a:t>
            </a:r>
            <a:r>
              <a:rPr dirty="0"/>
              <a:t> -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вопроса</a:t>
            </a:r>
            <a:endParaRPr dirty="0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Firebase </a:t>
            </a:r>
            <a:r>
              <a:rPr dirty="0" err="1"/>
              <a:t>Auth</a:t>
            </a:r>
            <a:r>
              <a:rPr dirty="0"/>
              <a:t> - </a:t>
            </a:r>
            <a:r>
              <a:rPr dirty="0" err="1"/>
              <a:t>аутентификация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📱 Экраны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Онбординг - Приветственный экран</a:t>
            </a:r>
          </a:p>
          <a:p>
            <a:pPr>
              <a:spcAft>
                <a:spcPts val="600"/>
              </a:spcAft>
              <a:defRPr sz="1800"/>
            </a:pPr>
            <a:r>
              <a:t>2. Авторизация - Регистрация, вход, восстановление пароля</a:t>
            </a:r>
          </a:p>
          <a:p>
            <a:pPr>
              <a:spcAft>
                <a:spcPts val="600"/>
              </a:spcAft>
              <a:defRPr sz="1800"/>
            </a:pPr>
            <a:r>
              <a:t>3. Главный экран - Вкладки: Учиться, Прогресс, Профиль</a:t>
            </a:r>
          </a:p>
          <a:p>
            <a:pPr>
              <a:spcAft>
                <a:spcPts val="600"/>
              </a:spcAft>
              <a:defRPr sz="1800"/>
            </a:pPr>
            <a:r>
              <a:t>4. Режимы квиза - 4 различных режима тренировок</a:t>
            </a:r>
          </a:p>
          <a:p>
            <a:pPr>
              <a:spcAft>
                <a:spcPts val="600"/>
              </a:spcAft>
              <a:defRPr sz="1800"/>
            </a:pPr>
            <a:r>
              <a:t>5. Экран вопроса - Вопросы с кодом и объяснениями</a:t>
            </a:r>
          </a:p>
          <a:p>
            <a:pPr>
              <a:spcAft>
                <a:spcPts val="600"/>
              </a:spcAft>
              <a:defRPr sz="1800"/>
            </a:pPr>
            <a:r>
              <a:t>6. Результаты - Статистика и достижения</a:t>
            </a:r>
          </a:p>
          <a:p>
            <a:pPr>
              <a:spcAft>
                <a:spcPts val="600"/>
              </a:spcAft>
              <a:defRPr sz="1800"/>
            </a:pPr>
            <a:r>
              <a:t>7. PvP экраны - Настройка, вопросы, результаты дуэли</a:t>
            </a:r>
          </a:p>
          <a:p>
            <a:pPr>
              <a:spcAft>
                <a:spcPts val="600"/>
              </a:spcAft>
              <a:defRPr sz="1800"/>
            </a:pPr>
            <a:r>
              <a:t>8. Главное меню - Переключение темы, выход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🎯 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>
              <a:defRPr sz="2400" b="1"/>
            </a:pPr>
            <a:r>
              <a:rPr dirty="0" err="1"/>
              <a:t>QuizByte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современное</a:t>
            </a:r>
            <a:r>
              <a:rPr dirty="0"/>
              <a:t> Android-</a:t>
            </a:r>
            <a:r>
              <a:rPr dirty="0" err="1"/>
              <a:t>приложение</a:t>
            </a: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к IT-</a:t>
            </a:r>
            <a:r>
              <a:rPr dirty="0" err="1"/>
              <a:t>собеседованиям</a:t>
            </a:r>
            <a:endParaRPr dirty="0"/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600"/>
              </a:spcAft>
              <a:defRPr sz="2200" b="1"/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преимущества</a:t>
            </a:r>
            <a:r>
              <a:rPr dirty="0"/>
              <a:t>: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600"/>
              </a:spcAft>
              <a:defRPr sz="2200" b="1"/>
            </a:pPr>
            <a:r>
              <a:rPr dirty="0"/>
              <a:t>📚 </a:t>
            </a:r>
            <a:r>
              <a:rPr dirty="0" err="1"/>
              <a:t>Обучение</a:t>
            </a:r>
            <a:endParaRPr dirty="0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</a:t>
            </a:r>
            <a:r>
              <a:rPr dirty="0" err="1"/>
              <a:t>Интерактивные</a:t>
            </a:r>
            <a:r>
              <a:rPr dirty="0"/>
              <a:t> </a:t>
            </a:r>
            <a:r>
              <a:rPr dirty="0" err="1"/>
              <a:t>квизы</a:t>
            </a:r>
            <a:r>
              <a:rPr dirty="0"/>
              <a:t> с </a:t>
            </a:r>
            <a:r>
              <a:rPr dirty="0" err="1"/>
              <a:t>объяснениями</a:t>
            </a:r>
            <a:endParaRPr dirty="0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17+ </a:t>
            </a:r>
            <a:r>
              <a:rPr dirty="0" err="1"/>
              <a:t>вопросов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Python </a:t>
            </a:r>
            <a:r>
              <a:rPr dirty="0" err="1"/>
              <a:t>разной</a:t>
            </a:r>
            <a:r>
              <a:rPr dirty="0"/>
              <a:t> </a:t>
            </a:r>
            <a:r>
              <a:rPr dirty="0" err="1"/>
              <a:t>сложности</a:t>
            </a:r>
            <a:endParaRPr dirty="0"/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600"/>
              </a:spcAft>
              <a:defRPr sz="2200" b="1"/>
            </a:pPr>
            <a:r>
              <a:rPr dirty="0"/>
              <a:t>🎮 </a:t>
            </a:r>
            <a:r>
              <a:rPr dirty="0" err="1"/>
              <a:t>Геймификация</a:t>
            </a:r>
            <a:endParaRPr dirty="0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уровней</a:t>
            </a:r>
            <a:r>
              <a:rPr dirty="0"/>
              <a:t> и XP</a:t>
            </a:r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</a:t>
            </a:r>
            <a:r>
              <a:rPr dirty="0" err="1"/>
              <a:t>Достижения</a:t>
            </a:r>
            <a:r>
              <a:rPr dirty="0"/>
              <a:t> и </a:t>
            </a:r>
            <a:r>
              <a:rPr dirty="0" err="1"/>
              <a:t>бейджи</a:t>
            </a:r>
            <a:endParaRPr dirty="0"/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600"/>
              </a:spcAft>
              <a:defRPr sz="2200" b="1"/>
            </a:pPr>
            <a:r>
              <a:rPr dirty="0"/>
              <a:t>⚔️ </a:t>
            </a:r>
            <a:r>
              <a:rPr dirty="0" err="1"/>
              <a:t>Соревнование</a:t>
            </a:r>
            <a:endParaRPr dirty="0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</a:t>
            </a:r>
            <a:r>
              <a:rPr dirty="0" err="1"/>
              <a:t>PvP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1 </a:t>
            </a:r>
            <a:r>
              <a:rPr dirty="0" err="1"/>
              <a:t>на</a:t>
            </a:r>
            <a:r>
              <a:rPr dirty="0"/>
              <a:t> 1</a:t>
            </a:r>
          </a:p>
          <a:p>
            <a:pPr lvl="1">
              <a:spcAft>
                <a:spcPts val="600"/>
              </a:spcAft>
              <a:defRPr sz="1800"/>
            </a:pPr>
            <a:r>
              <a:rPr dirty="0"/>
              <a:t>•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результатов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Спасибо за внимание!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Office PowerPoint</Application>
  <PresentationFormat>Экран (4:3)</PresentationFormat>
  <Paragraphs>126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✨ Ключевые особенности</vt:lpstr>
      <vt:lpstr>🛠️ Технологический стек</vt:lpstr>
      <vt:lpstr>📊 Статистика проекта</vt:lpstr>
      <vt:lpstr>🎮 Режимы игры</vt:lpstr>
      <vt:lpstr>🏆 Система прогресса</vt:lpstr>
      <vt:lpstr>🎨 Дизайн и UX</vt:lpstr>
      <vt:lpstr>🏗️ Архитектура проекта</vt:lpstr>
      <vt:lpstr>📱 Экраны приложения</vt:lpstr>
      <vt:lpstr>🎯 Заключение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tamir</dc:creator>
  <cp:keywords/>
  <dc:description>generated using python-pptx</dc:description>
  <cp:lastModifiedBy>tamir</cp:lastModifiedBy>
  <cp:revision>2</cp:revision>
  <dcterms:created xsi:type="dcterms:W3CDTF">2013-01-27T09:14:16Z</dcterms:created>
  <dcterms:modified xsi:type="dcterms:W3CDTF">2025-12-19T22:22:17Z</dcterms:modified>
  <cp:category/>
</cp:coreProperties>
</file>